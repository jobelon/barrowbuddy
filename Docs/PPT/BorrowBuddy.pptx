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Commons Pro Bold" charset="1" panose="020B0103030102020204"/>
      <p:regular r:id="rId14"/>
    </p:embeddedFont>
    <p:embeddedFont>
      <p:font typeface="TT Commons Pro" charset="1" panose="020B01030301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3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7" Type="http://schemas.openxmlformats.org/officeDocument/2006/relationships/slide" Target="slides/slide2.xml"/><Relationship Id="rId17" Type="http://schemas.openxmlformats.org/officeDocument/2006/relationships/customXml" Target="../customXml/item2.xml"/><Relationship Id="rId2" Type="http://schemas.openxmlformats.org/officeDocument/2006/relationships/presProps" Target="presProps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font" Target="fonts/font15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4" Type="http://schemas.openxmlformats.org/officeDocument/2006/relationships/font" Target="fonts/font14.fntdata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5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00050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92118" y="6478848"/>
            <a:ext cx="567182" cy="567182"/>
          </a:xfrm>
          <a:custGeom>
            <a:avLst/>
            <a:gdLst/>
            <a:ahLst/>
            <a:cxnLst/>
            <a:rect r="r" b="b" t="t" l="l"/>
            <a:pathLst>
              <a:path h="567182" w="567182">
                <a:moveTo>
                  <a:pt x="0" y="0"/>
                </a:moveTo>
                <a:lnTo>
                  <a:pt x="567182" y="0"/>
                </a:lnTo>
                <a:lnTo>
                  <a:pt x="567182" y="567182"/>
                </a:lnTo>
                <a:lnTo>
                  <a:pt x="0" y="567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689462" y="2685542"/>
            <a:ext cx="21666924" cy="371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66"/>
              </a:lnSpc>
            </a:pPr>
            <a:r>
              <a:rPr lang="en-US" b="true" sz="29637" spc="-2371">
                <a:solidFill>
                  <a:srgbClr val="F6F6F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PITCH DECK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399261" y="-1972277"/>
            <a:ext cx="4440969" cy="14471752"/>
          </a:xfrm>
          <a:custGeom>
            <a:avLst/>
            <a:gdLst/>
            <a:ahLst/>
            <a:cxnLst/>
            <a:rect r="r" b="b" t="t" l="l"/>
            <a:pathLst>
              <a:path h="14471752" w="4440969">
                <a:moveTo>
                  <a:pt x="0" y="0"/>
                </a:moveTo>
                <a:lnTo>
                  <a:pt x="4440968" y="0"/>
                </a:lnTo>
                <a:lnTo>
                  <a:pt x="4440968" y="14471752"/>
                </a:lnTo>
                <a:lnTo>
                  <a:pt x="0" y="14471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126" t="0" r="-7412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185101"/>
            <a:ext cx="485267" cy="485267"/>
          </a:xfrm>
          <a:custGeom>
            <a:avLst/>
            <a:gdLst/>
            <a:ahLst/>
            <a:cxnLst/>
            <a:rect r="r" b="b" t="t" l="l"/>
            <a:pathLst>
              <a:path h="485267" w="485267">
                <a:moveTo>
                  <a:pt x="0" y="0"/>
                </a:moveTo>
                <a:lnTo>
                  <a:pt x="485267" y="0"/>
                </a:lnTo>
                <a:lnTo>
                  <a:pt x="485267" y="485267"/>
                </a:lnTo>
                <a:lnTo>
                  <a:pt x="0" y="485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42052" y="1280351"/>
            <a:ext cx="2942034" cy="39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256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Salford &amp; Co.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008393"/>
            <a:ext cx="4986719" cy="3249907"/>
            <a:chOff x="0" y="0"/>
            <a:chExt cx="774580" cy="5048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4580" cy="504804"/>
            </a:xfrm>
            <a:custGeom>
              <a:avLst/>
              <a:gdLst/>
              <a:ahLst/>
              <a:cxnLst/>
              <a:rect r="r" b="b" t="t" l="l"/>
              <a:pathLst>
                <a:path h="504804" w="774580">
                  <a:moveTo>
                    <a:pt x="0" y="0"/>
                  </a:moveTo>
                  <a:lnTo>
                    <a:pt x="774580" y="0"/>
                  </a:lnTo>
                  <a:lnTo>
                    <a:pt x="774580" y="504804"/>
                  </a:lnTo>
                  <a:lnTo>
                    <a:pt x="0" y="504804"/>
                  </a:lnTo>
                  <a:close/>
                </a:path>
              </a:pathLst>
            </a:custGeom>
            <a:blipFill>
              <a:blip r:embed="rId2"/>
              <a:stretch>
                <a:fillRect l="0" t="-1193" r="0" b="-119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50641" y="6008393"/>
            <a:ext cx="4986719" cy="3249907"/>
            <a:chOff x="0" y="0"/>
            <a:chExt cx="774580" cy="5048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4580" cy="504804"/>
            </a:xfrm>
            <a:custGeom>
              <a:avLst/>
              <a:gdLst/>
              <a:ahLst/>
              <a:cxnLst/>
              <a:rect r="r" b="b" t="t" l="l"/>
              <a:pathLst>
                <a:path h="504804" w="774580">
                  <a:moveTo>
                    <a:pt x="0" y="0"/>
                  </a:moveTo>
                  <a:lnTo>
                    <a:pt x="774580" y="0"/>
                  </a:lnTo>
                  <a:lnTo>
                    <a:pt x="774580" y="504804"/>
                  </a:lnTo>
                  <a:lnTo>
                    <a:pt x="0" y="504804"/>
                  </a:lnTo>
                  <a:close/>
                </a:path>
              </a:pathLst>
            </a:custGeom>
            <a:blipFill>
              <a:blip r:embed="rId3"/>
              <a:stretch>
                <a:fillRect l="0" t="-1193" r="0" b="-119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72581" y="6008393"/>
            <a:ext cx="4986719" cy="3249907"/>
            <a:chOff x="0" y="0"/>
            <a:chExt cx="774580" cy="5048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4580" cy="504804"/>
            </a:xfrm>
            <a:custGeom>
              <a:avLst/>
              <a:gdLst/>
              <a:ahLst/>
              <a:cxnLst/>
              <a:rect r="r" b="b" t="t" l="l"/>
              <a:pathLst>
                <a:path h="504804" w="774580">
                  <a:moveTo>
                    <a:pt x="0" y="0"/>
                  </a:moveTo>
                  <a:lnTo>
                    <a:pt x="774580" y="0"/>
                  </a:lnTo>
                  <a:lnTo>
                    <a:pt x="774580" y="504804"/>
                  </a:lnTo>
                  <a:lnTo>
                    <a:pt x="0" y="504804"/>
                  </a:lnTo>
                  <a:close/>
                </a:path>
              </a:pathLst>
            </a:custGeom>
            <a:blipFill>
              <a:blip r:embed="rId4"/>
              <a:stretch>
                <a:fillRect l="0" t="-64976" r="0" b="-6497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185101"/>
            <a:ext cx="485267" cy="485267"/>
          </a:xfrm>
          <a:custGeom>
            <a:avLst/>
            <a:gdLst/>
            <a:ahLst/>
            <a:cxnLst/>
            <a:rect r="r" b="b" t="t" l="l"/>
            <a:pathLst>
              <a:path h="485267" w="485267">
                <a:moveTo>
                  <a:pt x="0" y="0"/>
                </a:moveTo>
                <a:lnTo>
                  <a:pt x="485267" y="0"/>
                </a:lnTo>
                <a:lnTo>
                  <a:pt x="485267" y="485267"/>
                </a:lnTo>
                <a:lnTo>
                  <a:pt x="0" y="485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42052" y="1280351"/>
            <a:ext cx="2942034" cy="39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256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Salford &amp; Co.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025347"/>
            <a:ext cx="5937401" cy="5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2"/>
              </a:lnSpc>
            </a:pPr>
            <a:r>
              <a:rPr lang="en-US" sz="2100" spc="-126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peer-to-p</a:t>
            </a:r>
            <a:r>
              <a:rPr lang="en-US" sz="2100" spc="-126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eer platform for borrowing and lending everyday school items on campus.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230755"/>
            <a:ext cx="6440837" cy="291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12000" spc="-960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BORROW</a:t>
            </a:r>
          </a:p>
          <a:p>
            <a:pPr algn="l">
              <a:lnSpc>
                <a:spcPts val="11040"/>
              </a:lnSpc>
            </a:pPr>
            <a:r>
              <a:rPr lang="en-US" b="true" sz="12000" spc="-960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BUDDY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44821" y="0"/>
            <a:ext cx="6114479" cy="8568606"/>
            <a:chOff x="0" y="0"/>
            <a:chExt cx="949753" cy="133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9753" cy="1330950"/>
            </a:xfrm>
            <a:custGeom>
              <a:avLst/>
              <a:gdLst/>
              <a:ahLst/>
              <a:cxnLst/>
              <a:rect r="r" b="b" t="t" l="l"/>
              <a:pathLst>
                <a:path h="1330950" w="949753">
                  <a:moveTo>
                    <a:pt x="0" y="0"/>
                  </a:moveTo>
                  <a:lnTo>
                    <a:pt x="949753" y="0"/>
                  </a:lnTo>
                  <a:lnTo>
                    <a:pt x="949753" y="1330950"/>
                  </a:lnTo>
                  <a:lnTo>
                    <a:pt x="0" y="1330950"/>
                  </a:lnTo>
                  <a:close/>
                </a:path>
              </a:pathLst>
            </a:custGeom>
            <a:blipFill>
              <a:blip r:embed="rId2"/>
              <a:stretch>
                <a:fillRect l="0" t="-3470" r="0" b="-347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37931" y="788757"/>
            <a:ext cx="485267" cy="485267"/>
          </a:xfrm>
          <a:custGeom>
            <a:avLst/>
            <a:gdLst/>
            <a:ahLst/>
            <a:cxnLst/>
            <a:rect r="r" b="b" t="t" l="l"/>
            <a:pathLst>
              <a:path h="485267" w="485267">
                <a:moveTo>
                  <a:pt x="0" y="0"/>
                </a:moveTo>
                <a:lnTo>
                  <a:pt x="485267" y="0"/>
                </a:lnTo>
                <a:lnTo>
                  <a:pt x="485267" y="485267"/>
                </a:lnTo>
                <a:lnTo>
                  <a:pt x="0" y="485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1284" y="884007"/>
            <a:ext cx="2942034" cy="39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256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Salford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7931" y="1735368"/>
            <a:ext cx="8115300" cy="291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12000" spc="-960">
                <a:solidFill>
                  <a:srgbClr val="F6F6F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THE</a:t>
            </a:r>
          </a:p>
          <a:p>
            <a:pPr algn="l">
              <a:lnSpc>
                <a:spcPts val="11040"/>
              </a:lnSpc>
            </a:pPr>
            <a:r>
              <a:rPr lang="en-US" b="true" sz="12000" spc="-960">
                <a:solidFill>
                  <a:srgbClr val="F6F6F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7931" y="4705263"/>
            <a:ext cx="8504056" cy="493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pc="-59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Stud</a:t>
            </a:r>
            <a:r>
              <a:rPr lang="en-US" sz="2999" spc="-59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ents often need items they'll rarely use again (calculator, charger, textbook, art supplies)</a:t>
            </a:r>
          </a:p>
          <a:p>
            <a:pPr algn="just">
              <a:lnSpc>
                <a:spcPts val="4499"/>
              </a:lnSpc>
            </a:pP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pc="-59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No organized way to borrow from classmates who already own them</a:t>
            </a:r>
          </a:p>
          <a:p>
            <a:pPr algn="just">
              <a:lnSpc>
                <a:spcPts val="4499"/>
              </a:lnSpc>
            </a:pP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 spc="-59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Requests get lost in group chats; items go untracked</a:t>
            </a:r>
          </a:p>
          <a:p>
            <a:pPr algn="just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6230600" cy="3651885"/>
            <a:chOff x="0" y="0"/>
            <a:chExt cx="2514545" cy="565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4545" cy="565773"/>
            </a:xfrm>
            <a:custGeom>
              <a:avLst/>
              <a:gdLst/>
              <a:ahLst/>
              <a:cxnLst/>
              <a:rect r="r" b="b" t="t" l="l"/>
              <a:pathLst>
                <a:path h="565773" w="2514545">
                  <a:moveTo>
                    <a:pt x="0" y="0"/>
                  </a:moveTo>
                  <a:lnTo>
                    <a:pt x="2514545" y="0"/>
                  </a:lnTo>
                  <a:lnTo>
                    <a:pt x="2514545" y="565773"/>
                  </a:lnTo>
                  <a:lnTo>
                    <a:pt x="0" y="565773"/>
                  </a:lnTo>
                  <a:close/>
                </a:path>
              </a:pathLst>
            </a:custGeom>
            <a:blipFill>
              <a:blip r:embed="rId2"/>
              <a:stretch>
                <a:fillRect l="0" t="-98282" r="0" b="-9828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4116300"/>
            <a:ext cx="485267" cy="485267"/>
          </a:xfrm>
          <a:custGeom>
            <a:avLst/>
            <a:gdLst/>
            <a:ahLst/>
            <a:cxnLst/>
            <a:rect r="r" b="b" t="t" l="l"/>
            <a:pathLst>
              <a:path h="485267" w="485267">
                <a:moveTo>
                  <a:pt x="0" y="0"/>
                </a:moveTo>
                <a:lnTo>
                  <a:pt x="485267" y="0"/>
                </a:lnTo>
                <a:lnTo>
                  <a:pt x="485267" y="485267"/>
                </a:lnTo>
                <a:lnTo>
                  <a:pt x="0" y="485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2052" y="4211550"/>
            <a:ext cx="2942034" cy="39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256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Salford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52987"/>
            <a:ext cx="16230600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b="true" sz="12000" spc="-960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TARGET USERS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29200" y="8056751"/>
            <a:ext cx="5482109" cy="31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2"/>
              </a:lnSpc>
            </a:pPr>
            <a:r>
              <a:rPr lang="en-US" sz="2602" spc="-52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</a:t>
            </a:r>
            <a:r>
              <a:rPr lang="en-US" sz="2602" spc="-52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tudents who occasionally need an item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29200" y="7495262"/>
            <a:ext cx="3508267" cy="48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3965" spc="-79" b="true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Borrowers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6848" y="7554111"/>
            <a:ext cx="2139803" cy="426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3469" spc="-69" b="true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Lenders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26848" y="8056751"/>
            <a:ext cx="6231953" cy="31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2"/>
              </a:lnSpc>
            </a:pPr>
            <a:r>
              <a:rPr lang="en-US" sz="2602" spc="-52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</a:t>
            </a:r>
            <a:r>
              <a:rPr lang="en-US" sz="2602" spc="-52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tudents willing to share what they own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015419" cy="10287000"/>
            <a:chOff x="0" y="0"/>
            <a:chExt cx="774580" cy="132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4580" cy="1324614"/>
            </a:xfrm>
            <a:custGeom>
              <a:avLst/>
              <a:gdLst/>
              <a:ahLst/>
              <a:cxnLst/>
              <a:rect r="r" b="b" t="t" l="l"/>
              <a:pathLst>
                <a:path h="1324614" w="774580">
                  <a:moveTo>
                    <a:pt x="0" y="0"/>
                  </a:moveTo>
                  <a:lnTo>
                    <a:pt x="774580" y="0"/>
                  </a:lnTo>
                  <a:lnTo>
                    <a:pt x="774580" y="1324614"/>
                  </a:lnTo>
                  <a:lnTo>
                    <a:pt x="0" y="1324614"/>
                  </a:lnTo>
                  <a:close/>
                </a:path>
              </a:pathLst>
            </a:custGeom>
            <a:blipFill>
              <a:blip r:embed="rId2"/>
              <a:stretch>
                <a:fillRect l="-7055" t="0" r="-705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1185101"/>
            <a:ext cx="485267" cy="485267"/>
          </a:xfrm>
          <a:custGeom>
            <a:avLst/>
            <a:gdLst/>
            <a:ahLst/>
            <a:cxnLst/>
            <a:rect r="r" b="b" t="t" l="l"/>
            <a:pathLst>
              <a:path h="485267" w="485267">
                <a:moveTo>
                  <a:pt x="0" y="0"/>
                </a:moveTo>
                <a:lnTo>
                  <a:pt x="485267" y="0"/>
                </a:lnTo>
                <a:lnTo>
                  <a:pt x="485267" y="485267"/>
                </a:lnTo>
                <a:lnTo>
                  <a:pt x="0" y="485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2052" y="1280351"/>
            <a:ext cx="2942034" cy="39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256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Salford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46899" y="3270883"/>
            <a:ext cx="7633037" cy="291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12000" spc="-960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PROPOSED</a:t>
            </a:r>
            <a:r>
              <a:rPr lang="en-US" b="true" sz="12000" spc="-960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46899" y="6218074"/>
            <a:ext cx="8504056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 spc="-48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An app where students can list an item they're willing to lend, and other students can browse what's available and request to borrow it.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D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85101"/>
            <a:ext cx="485267" cy="485267"/>
          </a:xfrm>
          <a:custGeom>
            <a:avLst/>
            <a:gdLst/>
            <a:ahLst/>
            <a:cxnLst/>
            <a:rect r="r" b="b" t="t" l="l"/>
            <a:pathLst>
              <a:path h="485267" w="485267">
                <a:moveTo>
                  <a:pt x="0" y="0"/>
                </a:moveTo>
                <a:lnTo>
                  <a:pt x="485267" y="0"/>
                </a:lnTo>
                <a:lnTo>
                  <a:pt x="485267" y="485267"/>
                </a:lnTo>
                <a:lnTo>
                  <a:pt x="0" y="485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2052" y="1280351"/>
            <a:ext cx="2942034" cy="39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256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Salford &amp; Co.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17090" y="1630459"/>
            <a:ext cx="7742210" cy="291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12000" spc="-960">
                <a:solidFill>
                  <a:srgbClr val="F6F6F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HOW IT HELPS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17090" y="4871086"/>
            <a:ext cx="7742210" cy="438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3" indent="-226697" lvl="1">
              <a:lnSpc>
                <a:spcPts val="3150"/>
              </a:lnSpc>
              <a:buFont typeface="Arial"/>
              <a:buChar char="•"/>
            </a:pPr>
            <a:r>
              <a:rPr lang="en-US" sz="2100" spc="-42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</a:t>
            </a:r>
            <a:r>
              <a:rPr lang="en-US" sz="2100" spc="-42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ore flow: A student posts an item as available; when someone borrows it, the owner marks it unavailable so no one else requests it while it's out.</a:t>
            </a:r>
          </a:p>
          <a:p>
            <a:pPr algn="just">
              <a:lnSpc>
                <a:spcPts val="3150"/>
              </a:lnSpc>
            </a:pPr>
          </a:p>
          <a:p>
            <a:pPr algn="just" marL="453393" indent="-226697" lvl="1">
              <a:lnSpc>
                <a:spcPts val="3150"/>
              </a:lnSpc>
              <a:buFont typeface="Arial"/>
              <a:buChar char="•"/>
            </a:pPr>
            <a:r>
              <a:rPr lang="en-US" sz="2100" spc="-42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Directly fixes the problem: Replaces scattered, easy-to-miss chat requests with one visible, always-up-to-date list of what's borrowable and from whom.</a:t>
            </a:r>
          </a:p>
          <a:p>
            <a:pPr algn="just">
              <a:lnSpc>
                <a:spcPts val="3150"/>
              </a:lnSpc>
            </a:pPr>
          </a:p>
          <a:p>
            <a:pPr algn="just" marL="453393" indent="-226697" lvl="1">
              <a:lnSpc>
                <a:spcPts val="3150"/>
              </a:lnSpc>
              <a:buFont typeface="Arial"/>
              <a:buChar char="•"/>
            </a:pPr>
            <a:r>
              <a:rPr lang="en-US" sz="2100" spc="-42">
                <a:solidFill>
                  <a:srgbClr val="F6F6F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Basic concept: A simple web or mobile listing app — no payments, messaging systems, or delivery logistics needed for the MVP.</a:t>
            </a:r>
          </a:p>
          <a:p>
            <a:pPr algn="just">
              <a:lnSpc>
                <a:spcPts val="3150"/>
              </a:lnSpc>
            </a:pP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2641" y="1245186"/>
            <a:ext cx="9552704" cy="88091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5143500"/>
            <a:chOff x="0" y="0"/>
            <a:chExt cx="1416645" cy="796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645" cy="796863"/>
            </a:xfrm>
            <a:custGeom>
              <a:avLst/>
              <a:gdLst/>
              <a:ahLst/>
              <a:cxnLst/>
              <a:rect r="r" b="b" t="t" l="l"/>
              <a:pathLst>
                <a:path h="796863" w="1416645">
                  <a:moveTo>
                    <a:pt x="0" y="0"/>
                  </a:moveTo>
                  <a:lnTo>
                    <a:pt x="1416645" y="0"/>
                  </a:lnTo>
                  <a:lnTo>
                    <a:pt x="1416645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2"/>
              <a:stretch>
                <a:fillRect l="0" t="-9313" r="0" b="-931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1185101"/>
            <a:ext cx="485267" cy="485267"/>
          </a:xfrm>
          <a:custGeom>
            <a:avLst/>
            <a:gdLst/>
            <a:ahLst/>
            <a:cxnLst/>
            <a:rect r="r" b="b" t="t" l="l"/>
            <a:pathLst>
              <a:path h="485267" w="485267">
                <a:moveTo>
                  <a:pt x="0" y="0"/>
                </a:moveTo>
                <a:lnTo>
                  <a:pt x="485267" y="0"/>
                </a:lnTo>
                <a:lnTo>
                  <a:pt x="485267" y="485267"/>
                </a:lnTo>
                <a:lnTo>
                  <a:pt x="0" y="485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42052" y="1280351"/>
            <a:ext cx="2942034" cy="39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256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Salford &amp; 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40170"/>
            <a:ext cx="7222931" cy="291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b="true" sz="12000" spc="-960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PROJECT</a:t>
            </a:r>
          </a:p>
          <a:p>
            <a:pPr algn="l">
              <a:lnSpc>
                <a:spcPts val="11040"/>
              </a:lnSpc>
            </a:pPr>
            <a:r>
              <a:rPr lang="en-US" b="true" sz="12000" spc="-960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RATIONALE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392537"/>
            <a:ext cx="16230600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 spc="-55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It targets a real, everyday inefficiency with a narrow, well-defined entity (items) at its core. The scope stays realistic for SD1: track item status (available/unavailable), tie it to an owner, and let students browse. No complex systems required, but a clear, tangible win for anyone who's ever needed to borrow something on short notice.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00050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92118" y="6478848"/>
            <a:ext cx="567182" cy="567182"/>
          </a:xfrm>
          <a:custGeom>
            <a:avLst/>
            <a:gdLst/>
            <a:ahLst/>
            <a:cxnLst/>
            <a:rect r="r" b="b" t="t" l="l"/>
            <a:pathLst>
              <a:path h="567182" w="567182">
                <a:moveTo>
                  <a:pt x="0" y="0"/>
                </a:moveTo>
                <a:lnTo>
                  <a:pt x="567182" y="0"/>
                </a:lnTo>
                <a:lnTo>
                  <a:pt x="567182" y="567182"/>
                </a:lnTo>
                <a:lnTo>
                  <a:pt x="0" y="567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904155" y="2644263"/>
            <a:ext cx="24096309" cy="38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0"/>
              </a:lnSpc>
            </a:pPr>
            <a:r>
              <a:rPr lang="en-US" b="true" sz="30304" spc="-2424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</a:t>
            </a:r>
            <a:r>
              <a:rPr lang="en-US" b="true" sz="30304" spc="-2424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8688" y="6087668"/>
            <a:ext cx="6470573" cy="131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1"/>
              </a:lnSpc>
            </a:pPr>
            <a:r>
              <a:rPr lang="en-US" b="true" sz="10469" spc="-837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SO MUCH!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99261" y="-1972277"/>
            <a:ext cx="4440969" cy="14471752"/>
          </a:xfrm>
          <a:custGeom>
            <a:avLst/>
            <a:gdLst/>
            <a:ahLst/>
            <a:cxnLst/>
            <a:rect r="r" b="b" t="t" l="l"/>
            <a:pathLst>
              <a:path h="14471752" w="4440969">
                <a:moveTo>
                  <a:pt x="0" y="0"/>
                </a:moveTo>
                <a:lnTo>
                  <a:pt x="4440968" y="0"/>
                </a:lnTo>
                <a:lnTo>
                  <a:pt x="4440968" y="14471752"/>
                </a:lnTo>
                <a:lnTo>
                  <a:pt x="0" y="14471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126" t="0" r="-7412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185101"/>
            <a:ext cx="485267" cy="485267"/>
          </a:xfrm>
          <a:custGeom>
            <a:avLst/>
            <a:gdLst/>
            <a:ahLst/>
            <a:cxnLst/>
            <a:rect r="r" b="b" t="t" l="l"/>
            <a:pathLst>
              <a:path h="485267" w="485267">
                <a:moveTo>
                  <a:pt x="0" y="0"/>
                </a:moveTo>
                <a:lnTo>
                  <a:pt x="485267" y="0"/>
                </a:lnTo>
                <a:lnTo>
                  <a:pt x="485267" y="485267"/>
                </a:lnTo>
                <a:lnTo>
                  <a:pt x="0" y="485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42052" y="1280351"/>
            <a:ext cx="2942034" cy="390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3200" spc="-256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Salford &amp; Co.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52355" y="6542728"/>
            <a:ext cx="3555387" cy="5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Pres</a:t>
            </a: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ented By :</a:t>
            </a:r>
          </a:p>
          <a:p>
            <a:pPr algn="l">
              <a:lnSpc>
                <a:spcPts val="1932"/>
              </a:lnSpc>
            </a:pPr>
            <a:r>
              <a:rPr lang="en-US" sz="2100" spc="-63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Anna Katrina Marchesi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2355" y="7648863"/>
            <a:ext cx="3277493" cy="5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Pres</a:t>
            </a: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ented To :</a:t>
            </a:r>
          </a:p>
          <a:p>
            <a:pPr algn="l">
              <a:lnSpc>
                <a:spcPts val="1932"/>
              </a:lnSpc>
            </a:pPr>
            <a:r>
              <a:rPr lang="en-US" sz="2100" spc="-63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Timmerman Industries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17266" y="1076325"/>
            <a:ext cx="2942034" cy="26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32"/>
              </a:lnSpc>
            </a:pPr>
            <a:r>
              <a:rPr lang="en-US" sz="2100" spc="-126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December - 29 - 2026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688" y="8754998"/>
            <a:ext cx="3376791" cy="5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Email Address</a:t>
            </a: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:</a:t>
            </a:r>
          </a:p>
          <a:p>
            <a:pPr algn="l">
              <a:lnSpc>
                <a:spcPts val="1932"/>
              </a:lnSpc>
            </a:pPr>
            <a:r>
              <a:rPr lang="en-US" sz="2100" spc="-63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hello@reallygreatsite.com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28839" y="8754998"/>
            <a:ext cx="2351322" cy="5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Social Media</a:t>
            </a: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:</a:t>
            </a:r>
          </a:p>
          <a:p>
            <a:pPr algn="l">
              <a:lnSpc>
                <a:spcPts val="1932"/>
              </a:lnSpc>
            </a:pPr>
            <a:r>
              <a:rPr lang="en-US" sz="2100" spc="-63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@reallygreatsite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52355" y="8754998"/>
            <a:ext cx="2419127" cy="5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Phone Number</a:t>
            </a: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:</a:t>
            </a:r>
          </a:p>
          <a:p>
            <a:pPr algn="l">
              <a:lnSpc>
                <a:spcPts val="1932"/>
              </a:lnSpc>
            </a:pPr>
            <a:r>
              <a:rPr lang="en-US" sz="2100" spc="-63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+123-456-7890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28019" y="8754998"/>
            <a:ext cx="3178879" cy="50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Website</a:t>
            </a:r>
            <a:r>
              <a:rPr lang="en-US" b="true" sz="2100" spc="-63">
                <a:solidFill>
                  <a:srgbClr val="003D9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:</a:t>
            </a:r>
          </a:p>
          <a:p>
            <a:pPr algn="l">
              <a:lnSpc>
                <a:spcPts val="1932"/>
              </a:lnSpc>
            </a:pPr>
            <a:r>
              <a:rPr lang="en-US" sz="2100" spc="-63">
                <a:solidFill>
                  <a:srgbClr val="003D96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D8C3593F771341BBCB68D4789FE08F" ma:contentTypeVersion="3" ma:contentTypeDescription="Create a new document." ma:contentTypeScope="" ma:versionID="3d5bd2d073a87f57b04628a721706b8c">
  <xsd:schema xmlns:xsd="http://www.w3.org/2001/XMLSchema" xmlns:xs="http://www.w3.org/2001/XMLSchema" xmlns:p="http://schemas.microsoft.com/office/2006/metadata/properties" xmlns:ns2="0edafa94-fdaf-4d7b-b742-cb68afb914dc" targetNamespace="http://schemas.microsoft.com/office/2006/metadata/properties" ma:root="true" ma:fieldsID="e121a60aafe392535667acad7238c36a" ns2:_="">
    <xsd:import namespace="0edafa94-fdaf-4d7b-b742-cb68afb914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dafa94-fdaf-4d7b-b742-cb68afb914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1C5E7D-0B17-42FA-AFE1-6D92FB078527}"/>
</file>

<file path=customXml/itemProps2.xml><?xml version="1.0" encoding="utf-8"?>
<ds:datastoreItem xmlns:ds="http://schemas.openxmlformats.org/officeDocument/2006/customXml" ds:itemID="{18329691-9D40-48F5-AABE-2A241D2F5CFD}"/>
</file>

<file path=customXml/itemProps3.xml><?xml version="1.0" encoding="utf-8"?>
<ds:datastoreItem xmlns:ds="http://schemas.openxmlformats.org/officeDocument/2006/customXml" ds:itemID="{C15CCBB3-232C-4D2F-A323-ACE78C5DD8F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Minimalist Pitch Deck Presentation</dc:title>
  <cp:revision>1</cp:revision>
  <dcterms:created xsi:type="dcterms:W3CDTF">2006-08-16T00:00:00Z</dcterms:created>
  <dcterms:modified xsi:type="dcterms:W3CDTF">2011-08-01T06:04:30Z</dcterms:modified>
  <dc:identifier>DAHTj556w7o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0x010100ADD8C3593F771341BBCB68D4789FE08F</vt:lpwstr>
  </property>
</Properties>
</file>